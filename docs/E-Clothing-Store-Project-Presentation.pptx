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9affaaa2445d3" /><Relationship Type="http://schemas.openxmlformats.org/officeDocument/2006/relationships/extended-properties" Target="/docProps/app.xml" Id="R395a25ed02234b77" /><Relationship Type="http://schemas.openxmlformats.org/officeDocument/2006/relationships/officeDocument" Target="/ppt/presentation.xml" Id="Ra89cc663ee7c42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59faecdc2d419c"/>
  </p:sldMasterIdLst>
  <p:notesMasterIdLst>
    <p:notesMasterId xmlns:r="http://schemas.openxmlformats.org/officeDocument/2006/relationships" r:id="R6e4c71956767478f"/>
  </p:notesMasterIdLst>
  <p:sldIdLst>
    <p:sldId xmlns:r="http://schemas.openxmlformats.org/officeDocument/2006/relationships" id="256" r:id="Rac38ad26befb4ee9"/>
    <p:sldId xmlns:r="http://schemas.openxmlformats.org/officeDocument/2006/relationships" id="257" r:id="R37a76d5cb5ff4c4e"/>
    <p:sldId xmlns:r="http://schemas.openxmlformats.org/officeDocument/2006/relationships" id="258" r:id="R4a37b7c4f21942c5"/>
    <p:sldId xmlns:r="http://schemas.openxmlformats.org/officeDocument/2006/relationships" id="259" r:id="Rffffd3078518431f"/>
    <p:sldId xmlns:r="http://schemas.openxmlformats.org/officeDocument/2006/relationships" id="260" r:id="Rf5273a91d1fa486b"/>
    <p:sldId xmlns:r="http://schemas.openxmlformats.org/officeDocument/2006/relationships" id="261" r:id="Rf0300fd00f804723"/>
    <p:sldId xmlns:r="http://schemas.openxmlformats.org/officeDocument/2006/relationships" id="262" r:id="R1589895f317a45b0"/>
    <p:sldId xmlns:r="http://schemas.openxmlformats.org/officeDocument/2006/relationships" id="263" r:id="R17f520504d2242a0"/>
    <p:sldId xmlns:r="http://schemas.openxmlformats.org/officeDocument/2006/relationships" id="264" r:id="R0feb025a557d475c"/>
    <p:sldId xmlns:r="http://schemas.openxmlformats.org/officeDocument/2006/relationships" id="265" r:id="R2ee7d23242a54b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9faecdc2d419c" /><Relationship Type="http://schemas.openxmlformats.org/officeDocument/2006/relationships/theme" Target="/ppt/theme/theme1.xml" Id="R10ba53f2c8834321" /><Relationship Type="http://schemas.openxmlformats.org/officeDocument/2006/relationships/notesMaster" Target="/ppt/notesMasters/notesMaster1.xml" Id="R6e4c71956767478f" /><Relationship Type="http://schemas.openxmlformats.org/officeDocument/2006/relationships/presProps" Target="/ppt/presProps.xml" Id="R431cf26e4a4d4628" /><Relationship Type="http://schemas.openxmlformats.org/officeDocument/2006/relationships/viewProps" Target="/ppt/viewProps.xml" Id="Rc92b54281f5548bd" /><Relationship Type="http://schemas.openxmlformats.org/officeDocument/2006/relationships/tableStyles" Target="/ppt/tableStyles.xml" Id="Rbbffa43504dd42eb" /><Relationship Type="http://schemas.openxmlformats.org/officeDocument/2006/relationships/slide" Target="/ppt/slides/slide1.xml" Id="Rac38ad26befb4ee9" /><Relationship Type="http://schemas.openxmlformats.org/officeDocument/2006/relationships/slide" Target="/ppt/slides/slide2.xml" Id="R37a76d5cb5ff4c4e" /><Relationship Type="http://schemas.openxmlformats.org/officeDocument/2006/relationships/slide" Target="/ppt/slides/slide3.xml" Id="R4a37b7c4f21942c5" /><Relationship Type="http://schemas.openxmlformats.org/officeDocument/2006/relationships/slide" Target="/ppt/slides/slide4.xml" Id="Rffffd3078518431f" /><Relationship Type="http://schemas.openxmlformats.org/officeDocument/2006/relationships/slide" Target="/ppt/slides/slide5.xml" Id="Rf5273a91d1fa486b" /><Relationship Type="http://schemas.openxmlformats.org/officeDocument/2006/relationships/slide" Target="/ppt/slides/slide6.xml" Id="Rf0300fd00f804723" /><Relationship Type="http://schemas.openxmlformats.org/officeDocument/2006/relationships/slide" Target="/ppt/slides/slide7.xml" Id="R1589895f317a45b0" /><Relationship Type="http://schemas.openxmlformats.org/officeDocument/2006/relationships/slide" Target="/ppt/slides/slide8.xml" Id="R17f520504d2242a0" /><Relationship Type="http://schemas.openxmlformats.org/officeDocument/2006/relationships/slide" Target="/ppt/slides/slide9.xml" Id="R0feb025a557d475c" /><Relationship Type="http://schemas.openxmlformats.org/officeDocument/2006/relationships/slide" Target="/ppt/slides/slide10.xml" Id="R2ee7d23242a54b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90a894e4f9543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8f0494fd24599" /><Relationship Type="http://schemas.openxmlformats.org/officeDocument/2006/relationships/notesMaster" Target="/ppt/notesMasters/notesMaster1.xml" Id="R9f78e8a173d244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2adf5359094bb5" /><Relationship Type="http://schemas.openxmlformats.org/officeDocument/2006/relationships/notesMaster" Target="/ppt/notesMasters/notesMaster1.xml" Id="Rec36497a937948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bf7cc2626b4f6e" /><Relationship Type="http://schemas.openxmlformats.org/officeDocument/2006/relationships/notesMaster" Target="/ppt/notesMasters/notesMaster1.xml" Id="R682c921525e9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c4a46024441ad" /><Relationship Type="http://schemas.openxmlformats.org/officeDocument/2006/relationships/notesMaster" Target="/ppt/notesMasters/notesMaster1.xml" Id="R7c13c495ef2f47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b3da830f54ed6" /><Relationship Type="http://schemas.openxmlformats.org/officeDocument/2006/relationships/notesMaster" Target="/ppt/notesMasters/notesMaster1.xml" Id="R2fc40d760cae4b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a07b0d30f046e3" /><Relationship Type="http://schemas.openxmlformats.org/officeDocument/2006/relationships/notesMaster" Target="/ppt/notesMasters/notesMaster1.xml" Id="R4bd7d31b33fd49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a7725df0564022" /><Relationship Type="http://schemas.openxmlformats.org/officeDocument/2006/relationships/notesMaster" Target="/ppt/notesMasters/notesMaster1.xml" Id="Rf51600d5d640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2a6f88c38844f7" /><Relationship Type="http://schemas.openxmlformats.org/officeDocument/2006/relationships/notesMaster" Target="/ppt/notesMasters/notesMaster1.xml" Id="Rb63bb063eb5141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14f52af3a64bd0" /><Relationship Type="http://schemas.openxmlformats.org/officeDocument/2006/relationships/notesMaster" Target="/ppt/notesMasters/notesMaster1.xml" Id="Ra311be62891646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363ddbb4b14931" /><Relationship Type="http://schemas.openxmlformats.org/officeDocument/2006/relationships/notesMaster" Target="/ppt/notesMasters/notesMaster1.xml" Id="R99644a7f7980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bd881efdb457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7c0f6244fb24b3c" /><Relationship Type="http://schemas.openxmlformats.org/officeDocument/2006/relationships/slideLayout" Target="/ppt/slideLayouts/slideLayout2.xml" Id="Rba82bcec7f0048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2bcec7f0048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4ec423635f4d22" /><Relationship Type="http://schemas.openxmlformats.org/officeDocument/2006/relationships/notesSlide" Target="/ppt/notesSlides/notesSlide1.xml" Id="R3d2ad303cd3141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4920a3805f47a9" /><Relationship Type="http://schemas.openxmlformats.org/officeDocument/2006/relationships/notesSlide" Target="/ppt/notesSlides/notesSlide2.xml" Id="Rf9e2789adc584b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e8cb44fc34fc0" /><Relationship Type="http://schemas.openxmlformats.org/officeDocument/2006/relationships/notesSlide" Target="/ppt/notesSlides/notesSlide3.xml" Id="R9d9f2d573caa41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32770a94c046e4" /><Relationship Type="http://schemas.openxmlformats.org/officeDocument/2006/relationships/notesSlide" Target="/ppt/notesSlides/notesSlide4.xml" Id="Rf1ace3881ae940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0d56382837449e" /><Relationship Type="http://schemas.openxmlformats.org/officeDocument/2006/relationships/notesSlide" Target="/ppt/notesSlides/notesSlide5.xml" Id="R0e187a5665db4f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ddc4043f74c01" /><Relationship Type="http://schemas.openxmlformats.org/officeDocument/2006/relationships/notesSlide" Target="/ppt/notesSlides/notesSlide6.xml" Id="Ra24bd6061e7942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75c617e27a445a" /><Relationship Type="http://schemas.openxmlformats.org/officeDocument/2006/relationships/notesSlide" Target="/ppt/notesSlides/notesSlide7.xml" Id="Rda963c7299ad4f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0aac834cb44819" /><Relationship Type="http://schemas.openxmlformats.org/officeDocument/2006/relationships/notesSlide" Target="/ppt/notesSlides/notesSlide8.xml" Id="R0a2518fe470f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846ace1154bd3" /><Relationship Type="http://schemas.openxmlformats.org/officeDocument/2006/relationships/notesSlide" Target="/ppt/notesSlides/notesSlide9.xml" Id="R94d5273e621b4c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ce941f64d4eb2" /><Relationship Type="http://schemas.openxmlformats.org/officeDocument/2006/relationships/notesSlide" Target="/ppt/notesSlides/notesSlide10.xml" Id="Rf202cfd3c4b244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B53943-1CAE-42CC-9A23-2843E84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A9F91-1380-4D16-A651-0541237B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807BD-28F1-40BA-80CA-031ADF0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86B81-43BC-43ED-9113-008C9610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84379-F333-44EA-BF83-8C324B58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FEF2B-8862-48EC-A901-81F6E787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85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E-Clothing Store is now a complete ecommerce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F6676-B7DD-4687-A857-1C40D06F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647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PHP/MySQL storefront, checkout, customer account area, admin operations, SQL export, documentation, and presentation are packaged for review and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160C8-1675-4A79-B5DF-453C7675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904875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8A40A-231C-48C2-90D2-6D8CEFD4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57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100+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EDBF0-C030-48B1-A73B-F6D1F12D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products in the local catalog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C3AE2-3B86-41F9-9346-D5926E6B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CFBF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CFBF1"/>
                </a:solidFill>
                <a:latin typeface="Aptos Display"/>
                <a:ea typeface="Aptos Display"/>
                <a:cs typeface="Aptos Display"/>
              </a:rPr>
              <a:t>COD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7FA5F-1DEF-456E-B883-F4464424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cash on delivery checkout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4D118-E7BE-4093-8527-B076D0BF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01BD5-E160-49DD-8C5E-A7BC5C92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pure MySQL database export included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03627-7900-48E5-BFA4-42E270B6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Variant-aware cart and orders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D3435-D19C-4344-BBDA-1362C594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Responsive admin panel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0DEBB-19F8-4994-AF8B-52B049FC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147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Deployment documentation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ACEF9-7994-456D-BECD-29BF8DF9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0E38A-0715-428D-A9EB-E186C98B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170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B43EA-9BF9-42C7-933E-C6F905FB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B58A9-BF31-4A16-9B71-AA8A8B2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7E072-122E-4C81-B078-12E91CF4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14EFA-A7B3-4A2E-AD8C-413534DE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E0F70-1744-4B5B-9B3F-D6489901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3AD79-F92F-4796-A2B8-824C3C5A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A simple PHP/MySQL structure separates storefront, admin, helpers, and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C3F8A-0A7D-46A2-8E55-E7E99509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52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project keeps the runtime easy to host on Laragon/Apache while centralizing shared concerns such as database access, settings, SMTP, sliders, pages, variants, and order contact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A1AB1-125E-4793-8C0A-A160006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511E8-AD87-41FF-ADBA-54BD086F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89809-8A7F-4B57-B6D2-768A6ADA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Storefront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B2ECA-8462-47C7-BA0C-6F99F679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Homepage, shop, categories, search, product detail, cart, checkout, account pages.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23165-E9DA-45C6-B2BA-9F43003A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450F6-A81C-4E80-9BC8-84E2406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990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2E05D-E7D2-4742-947B-2E0A1305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908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Shared helpers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0D5AF-39AE-4339-A5FA-AA6BF847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147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db.php, store settings, pages, slider, SMTP, variants, order helpers.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B82E-1B45-4D27-9247-796CAC20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E7F2A-C84F-490F-9886-54943B32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0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82684-B5B1-44C9-A483-5A1D6768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Admin panel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FAFFA-21DB-49ED-8010-B9767E73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Dashboard, products, orders, customers, reports, sliders, pages, SMTP, settings.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313A3-7526-45D0-B05B-F7BE5B85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970D1-9869-443F-8D1B-775C752A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90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47C3D-6D61-400F-902B-21553A9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9908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0CBD0-0B01-4E98-A2CA-D3E52084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14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Products, variants, users, orders, shipping, pages, settings.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E3776-FBD4-46E6-93AD-F9721DD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A1AA2-57D1-48FF-AC47-7BA85324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2900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EA3DCB-31D4-4564-9B6A-E381A6C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C30855-320D-49CF-A772-6E977163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B700D-1350-46B5-AFAD-5C1029C4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3ED620-54B6-470E-9E5E-751DDD95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Deployment boundary: copy files, import SQL, update settings.php, install user Composer dependencies.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FF9E7-967A-4E89-9DD5-A4AC20B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B4AA25-C12C-4E39-85B7-35CB6F4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95028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770C8-CD9D-4C43-BA49-A7C686B0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1A6ED-CF87-41AE-99A5-E6801CCF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4860F-B567-403C-8114-330E32F0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C2B54-0378-44C0-A146-DA686E83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8A200-3950-4D94-BEE2-0688C17C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CUSTOMER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55A2A-1C84-4E21-A9AF-3DB8C22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Variant selection now travels from product detail to cart, checkout, and orders.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4CB06-192C-4D9A-B04C-6E8B9FA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old product detail page displayed options without making them part of the purchase. The updated flow stores selected variants as cart line items and order detail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7EB8D-2643-4B4F-AF5D-8910C427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4124C-F700-4F0D-B4DB-5B14E94E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0F561-679D-4706-9FB6-A629E156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28975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7ACE6-54C3-4841-8308-6E1EF19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Browse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E3C39-A410-4E04-8CD7-ECA707A4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Search, shop filters, categories, homepage sections.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3DF08-E0DE-4893-A7E9-58E50C43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3633E-2FDB-4781-AB5F-38208C1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28975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4FACF-4900-4F26-8D27-4D607E9B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719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Select 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22D92-E60B-4991-A564-B3944780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14825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Variant radio cards update price and stock.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BD690-8B79-4EAC-A733-1D550759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5412E-B6C2-4D45-ACCC-27DAAA8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28975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4B81E-2E73-43AF-B203-A3887058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719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Cart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18BF5-91A3-4919-9464-10BE9FB8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14825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Separate line item per selected variant.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9DAC2-8AC1-474E-BBB9-F765D421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0D4DF-B027-4E80-AF24-59CE561B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28975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AAA0C-0E61-45B5-B511-C9B2D925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Checkout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4EC12-505E-4470-AA43-5EBBEEAF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14825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COD, Nepal shipping, map location, contact details.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8B60D-90C2-4797-B01E-E2D4EF6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B6811-400D-4AB2-9802-40186A8A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8463E-9360-48AB-91DC-89912E1D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Track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31CFE-5FE4-431E-8FCD-9C7C8FC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14825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Customer orders show status and courier tracking ID.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AB7D4-A8BF-40EE-BF7C-9FA16D02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721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Stored fields: variant_id, variant_label, variant_sku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FB953-F18C-423A-B001-CB0955E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C80FCA-57DC-42E4-AED9-DBA61F0A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09972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875FF5-0E72-40D4-B578-55D7D7C1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C3651-64D6-408A-A90E-03C5DFC4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8EE40-A184-4BED-8E90-04A568BB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4A7BC-FE37-4942-84C2-6FFAED5B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FCD5F-06ED-4D33-8129-7C16DB86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CB3EC-900C-41DC-905C-6A903FB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The admin panel covers the store management loop from catalog to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0E201-B658-4533-ADDB-448271AB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sidebar now exposes the core work areas with a more consistent responsive layout, including products, variants, orders, customers, pages, SMTP, sliders, settings, and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082EE-0528-440F-AB30-50342586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3EB3C-29CD-401F-80E4-0D119A2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DADC0-F3F2-4BE1-876E-6599F2C3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Catalog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76D14-BCCC-4E9E-A7A1-8D58A737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 and edit products with image, category, stock, price, and variant rows.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412E0-B137-421E-B005-C48ACF83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9BB19-11E8-4122-9EFF-7CEF3364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A6229-C0EF-4EBF-BFFB-C689E45A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CEDF1-5072-4902-943F-4E3421B7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Latest orders first, searchable rows, status update, tracking ID, phone, address, and modal detail.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F5D30-DAAC-41F9-98E9-04D02B4E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A3444-08BE-4CDB-9D2C-8DAC77A7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832E5-34F9-437D-B2DB-C10B41C3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50E9A-3A76-433C-84C2-552B253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Name, email, phone, total orders, total spent, latest address, and last order date.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8290A-4FBD-4834-81D8-480C3304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21C9D-21AB-40AD-B3F1-8B2905D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D3B20-6FE1-4441-939F-13685A73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Store setup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C7134-790D-4C86-9E0F-E8961749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90900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Sliders, footer pages, SMTP credentials, currency, store email, and reports.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D3EB6-FBA9-4DDA-91E7-DE537F69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24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F"/>
          </a:solidFill>
          <a:ln xmlns:a="http://schemas.openxmlformats.org/drawingml/2006/main" w="9525">
            <a:solidFill>
              <a:srgbClr val="1721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20E95-7305-44F0-AF60-DD874E1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00625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Daily admin task: search order -&gt; update status -&gt; add tracking ID -&gt; customer sees it in My Orders.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DF223-4A23-48A0-9379-210EF25B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D2B2B-FEC6-4ECF-8D31-F4EFB331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84656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53471D-709C-4D8A-B3E3-A9766F7F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80EF1-FD61-4851-BE1B-18E2556F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7858C-2B1D-4575-A030-1783CDD8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21EB8-5DDA-4BEC-934D-20E3CB1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7FF7D-73D8-488E-A097-E4DC1757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ORDER DETAIL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3FF9B-FE3C-48B0-AB0D-4D98225B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Orders now show the information customers and admins both need.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BF7FA-CA9B-47AE-A230-BCB31CF1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Order screens were updated around practical operations: customer contact details, delivery address, map details, payment method, status, tracking ID, products, variants, quantity, and totals.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431E1-8BAD-4A51-BCE5-47F72B86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51082-5BC6-4721-B0FC-BB6D69AB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526A2-FBDC-4799-B39D-570428F0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7F904-C4A7-48C0-8DEE-3DF9876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Name, email, phone, order date, address, and location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74252-047C-4896-8AE9-AC7F116C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9EE51-4D37-43B7-BD57-C3E73DB0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14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F3BF4-CE2F-4AB7-B4BE-D38ED199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E3D50-CEE1-46DA-8AA9-66D786D8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Status, payment method, shipping charge, tracking ID, created_at.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AC5B5-8F0F-4F8F-A967-AD8C8C28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E888E-D4E4-4710-ABB6-5C6C8C5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14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4BB7F-5DB5-44A1-8E49-71F1459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Items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54BA2-631A-4545-B032-8024FD0C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38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Product name, variant label, variant SKU, quantity, unit price, total.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0A122-B4CE-4DD4-B069-BA5C64D7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161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CC4B6-C78F-4C27-ABA0-E67E99C2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DCC89-0E79-46A4-9C30-6D7C0B44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14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DD79D-920A-4487-BF9A-947A2A2B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3850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View, save status, delete, search.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75F7F-4514-484A-AA37-ED9390B4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718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9E9D6-4A08-4EF4-9729-99E61C4C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A27B9-A926-4326-B4BB-AC8F49C6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39EE7-5C6B-4FFA-9B1E-D6AAA130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445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E16D49-803D-4FE6-AED2-CE6366EA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24425"/>
            <a:ext cx="398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rPr>
              <a:t>Customer view: status + tracking ID + delivery details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E4115-8E16-4C42-915F-88D4C365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45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FA4634-C2F7-474B-AE3D-77EB0A4B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24425"/>
            <a:ext cx="398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Admin view: latest orders + searchable operational 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98D086-318C-40E9-A9E6-5C6D9DC8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C70801-A51A-43B1-8935-A6994F38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71529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20F992-BBBA-44C5-92DF-DCB5BFAC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F607-84B4-4573-9774-C0A010C7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69ABE-E4F4-4869-AEEB-B884E09B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5F003-5B49-497A-929E-9799892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7B7AF-53B8-4884-AB8E-0465ABAD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5C338-7598-4544-922D-39F6FCDD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The MySQL export includes the schema needed for the updated ecommerce 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DF9F0-062F-4CFE-8198-F89C2281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dump file `e_clothing_store.sql` is a pure MySQL export and now includes the variant fields added to order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42780-45FD-426B-A589-9517707A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DDFA3-73A4-4415-B2EF-F5F00552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5A11F-877B-4A52-8A02-A6659699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EB332-CCDD-4086-828C-E5D0E750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name / sku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price / quantity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image / category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00237-244A-4C6F-9458-578D43AD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31444-80D0-42E4-BB83-E80E41E1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96605-E73D-4CA5-A926-A635854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289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productdetail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EF7C0-7978-405E-9546-6C040060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product_id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variation key/value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variant_sku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price_adjustment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quantity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6FCAB-8F25-4D63-BD70-C0B3F09E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F5053-C7E1-4A37-B2B5-75C89BB8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49688-B558-4126-9D67-A6BC3240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28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3492C-8E01-492B-AA68-4CF3C0B2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1543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user_id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status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payment_method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tracking_id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shipping_charge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F618E-B123-451D-B64F-52F265A8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96362-01FE-4A2E-953D-8437A924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80DA8-5739-4C49-869C-63E6EEC3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2892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orderdetail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BE550-4C36-42F2-887C-FA5CD623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1924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product_id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variant_id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variant_label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variant_sku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quantity / price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165F2-315D-421E-9350-B68E57C2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D3525-DCA3-4C70-800B-45AB9A5B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51041A-0A6A-4678-A1B6-812194FE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291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shipping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1F7B2-3429-4058-9A7B-4FD13945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197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order_id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mobile / email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address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lat/lng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location details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E3E77-F0CF-47D1-8791-1A3B112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C939BF-57EB-403B-85B4-28C115BD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32B2A-D1D9-4795-8A1A-D41978D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5EE17-0010-4D33-919D-E4047F78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D75826-1AC0-4AF3-84C9-72DDD8DA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000DB6-9AFD-4C6D-A165-8EAD6C93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1563E1-B00D-48AB-B767-2DE0B07E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60952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FE3047-1363-44BF-A365-0BA5C160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8E108-2CAE-4235-9E9A-E6CC61E6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F1F2C-7808-48FF-8C82-6D8AB42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2DF77-D8AB-48CA-AB4A-0EA024EA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7DD00-AFC7-4788-88A6-62FE189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RESPONSIVE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AA5E7-38FE-490E-9E79-7B2667D0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Mobile and zoom fixes make the admin panel usable under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A9728-88BD-4E1A-BDDB-BA19E41B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order table keeps action controls reachable with a sticky action column on wide layouts, then transforms into clean card rows on small screens.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E0CC6-CEDA-48ED-9B7B-30E45BAA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D1925-6A15-4262-919E-450E02D3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Desktop / zoom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A3671-E335-4109-889A-6A0189C2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Small screen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770FC-7763-463E-8B6F-D544D2FB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25D1F-0CC7-4686-8357-EBD72CD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A7A6A-9D3A-49AF-95C7-CBD0E6E0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Admin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689C7-FF53-4F8C-88FF-4D0D5DC2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Sticky action controls stay visible.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EA216-33E4-4712-922F-F3955F24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Rows become labeled cards.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BD687-325E-4678-A416-7157CAE3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AD963-15E8-4C80-81B0-316415D8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D6585-7E06-4729-BDC6-315FB038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004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Top navigation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7E050-D740-4E65-ABC1-15B13F16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90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Search and shortcuts wrap cleanly.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23595-455C-4DEC-BDFB-CF64C3A2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90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Actions move into a three-column row.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B81E7-85BA-4689-A34A-40831C9F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C2817-C9F5-4491-BA1C-570C75F6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21825-56A2-4D77-9CDA-0584934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481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Sidebar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F4286-3699-4340-9076-545F217F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38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Full admin navigation remains scannable.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13DEE-F872-4CF0-8AFD-0A061BE7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38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Two columns, then one column.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BA4ED-99F7-44C9-B888-950D1D1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0C1F7-C0A9-419F-9F75-D7B34612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A15961-A34C-48F4-931F-D395A9CC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958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Modals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57057-CA35-440C-A1D3-67761723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Order details stay centered.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D3E6C-8D9E-468C-B69D-E4116C59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86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Scrollable popup with wrapped text.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252EC-A043-44E2-82FC-3B22D549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19D53E-2906-4DD4-906C-0B304CAD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58574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74316-74E2-4FF0-8410-5802A728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82649-99A9-421D-9E5A-256FD18D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EC83B-A207-45AF-B875-3184F5A0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CDCE9-F8D4-47B8-80A5-9203C327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2FEBA-9914-452C-B9D9-C50B46A9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35717-6357-45A8-B3A1-C4DEBFD4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Local deployment is a short, documented setup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C6806-787B-401F-A224-BE389B9E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Credentials live in `settings.php`; dependencies are installed inside `user/`; the database comes from the project SQL export.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461EC-EED3-42F0-B53A-24E85E2C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C7A6F-1B18-488C-9F8E-A56CF48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1. Import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7D520-B858-42C7-A088-7F147915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e_clothing_store.sql to create and populate E_Clothing_Store.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7A678-74AA-4627-8FBF-C9190788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1EA3C-4C10-420B-8F62-2AE32C6E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38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2. Configure settings.php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9068D-E7A6-4585-8C79-3D423D36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Set DB_HOST, DB_PORT, DB_NAME, DB_USER, DB_PASS, and BASE_URL.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89325-D1BB-46B7-980F-DB883676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158CA-5CAF-4C69-BD02-EB7CCA14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3. Install Composer packages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7EAED-824D-4054-94B4-5DA1BD61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Run composer install from the user folder to rebuild vendor dependencies.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EFF71-F150-4FDC-9B76-AD423756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76550"/>
            <a:ext cx="371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F"/>
          </a:solidFill>
          <a:ln xmlns:a="http://schemas.openxmlformats.org/drawingml/2006/main" w="9525">
            <a:solidFill>
              <a:srgbClr val="1721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77624-984A-456D-9742-0AC838DB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04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Admin credentials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253A5-6C85-4CA8-BFA9-4D23E74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147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CFBF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CFBF1"/>
                </a:solidFill>
                <a:latin typeface="Aptos"/>
                <a:ea typeface="Aptos"/>
                <a:cs typeface="Aptos"/>
              </a:rPr>
              <a:t>Email: deepbist123456@gmil.com</a:t>
            </a:r>
          </a:p>
          <a:p xmlns:a="http://schemas.openxmlformats.org/drawingml/2006/main">
            <a:pPr algn="l">
              <a:defRPr sz="1575" b="0">
                <a:solidFill>
                  <a:srgbClr val="CCFBF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CFBF1"/>
                </a:solidFill>
                <a:latin typeface="Aptos"/>
                <a:ea typeface="Aptos"/>
                <a:cs typeface="Aptos"/>
              </a:rPr>
              <a:t>Password: Dipa@123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947DD-79CC-42E5-92D6-71482E69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529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Change before production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DFEAD-80D6-4428-8476-C8811BC0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94D61-80D0-45D9-A81B-EA7E52A3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03223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1E1F4-FE23-4C93-B4CF-7D15D89B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38262-8DA3-4CE3-A0B8-1A92C1CC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335C3-E76C-4148-A593-E667A93E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A634E-C702-42FC-9A2C-B9F724EA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3153D-7393-41A3-B5D7-ED9EEC4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FINAL DELIVERABLES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06A6B-318B-4C21-9B26-959699AF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The handoff is packaged as code, data, documentation, and presentation.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FCAE5-A175-4EBA-B294-CF8B818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repository includes both implementation changes and operational files needed by the next developer or reviewer.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DBC08-B26C-4380-8D39-1880C90F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A6767-8EA6-410A-9EF7-D28868F7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2205D-EF6F-4BD0-AFB4-F0154B73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Application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226EE-3F32-4372-BD03-879E9E00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Storefront and admin updates, including variant purchase flow and responsive admin orders.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9FC6C-B935-4329-BCBB-F51EEED5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2697B-BE47-4EE6-AE5D-99228E03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D3EB8-39C5-4BEB-B046-FF4A1E71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Database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9B085-0307-44E5-BCEC-4B566077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e_clothing_store.sql contains the current MySQL schema and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2F54E-1678-41FC-9140-B0A1F415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61CAE-79A0-4F8D-A855-846AB31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5B216-7CCE-4E72-9788-2A9EC52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Documentation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FD444-9E3D-4127-A72C-BECBBC3D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README and project documentation explain setup, features, workflows, and deployment notes.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E9AEF-FC2A-4E24-816F-298DFF5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190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9BD0B-D64B-42F2-9119-6C524F2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685AA-7A56-4348-8193-659B849D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PowerPoint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6345F-C008-4F1E-ABCC-F0D5FDA7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909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Editable project presentation for review, submission, or handoff discussion.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D3F6F-663A-4BB1-A06C-882978FF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GitHub target: git@github.com:herozero2/e-clothingstore.git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5011C-132E-4CB7-9AA6-1ED978EF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BAAE1-8EBA-423B-A0E6-9685470A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32932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2A6B3B-9B22-43A3-9874-A8304396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2F77A-E839-445F-A36D-52001974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81614-8B4B-4037-BD24-5FF2B5BB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C83E9-9D43-408B-AD54-D8E48459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C43C4-C6E8-4E86-B590-19046A6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LAUNCH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3B2C9-95B7-477E-8E31-4D32507A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project has a clear final check path before production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B27FB-878C-4D9C-BBD7-1D34220E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local verification focused on syntax, schema, variant cart behavior, admin order access, and database export. Production use should still update credentials and SMTP secrets.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6D54B-58D4-4884-8791-2AAB161E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A0103-4684-4646-B87D-908B9E50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2F"/>
                </a:solidFill>
                <a:latin typeface="Aptos Display"/>
                <a:ea typeface="Aptos Display"/>
                <a:cs typeface="Aptos Display"/>
              </a:rPr>
              <a:t>Verified locally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3A422-77C4-4CBF-AE35-A23B248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56253-5396-4049-A414-3AA8BB6E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766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PHP syntax checks passed for edited pages.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89029-2553-4E91-B642-82E5B122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0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EE0FC-92AC-4381-9F37-A7BF4A1E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767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Variant add-to-cart and cart quantity AJAX responded.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55FDA-901D-4E2A-B2D5-31B0D94C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F9EE2-0053-4A1D-B03C-0457B11B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767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Orderdetail variant columns exist in MySQL export.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D4094-63E6-47DE-94A0-39D6993A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0A439-28BA-4891-A11B-7E018C37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768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Admin orders page loads with searchable latest orders.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8937C-BBDB-4C01-B4F3-D35C3971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3B7DE-8F56-4313-8131-3E31265C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Before live launch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F8D69-9A4A-4CEE-A8C3-EBDD8FB1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Change admin password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Set production database credentials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Configure SMTP credentials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Confirm upload folder permissions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Test one real checkout notification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AA750-7A2B-426A-9B1B-78968D2C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E-Clothing Store project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CD7BE-0FAD-4EFE-A6C2-7B62260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1541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2026-05-27T19:47:02.3860000Z</dcterms:created>
  <dcterms:modified xsi:type="dcterms:W3CDTF">2026-05-27T19:47:02.3870000Z</dcterms:modified>
</coreProperties>
</file>